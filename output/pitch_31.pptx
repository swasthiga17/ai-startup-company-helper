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Co-founder platform for early-stage entrepreneurs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Startup Pitch Deck</a:t>
            </a:r>
          </a:p>
          <a:p>
            <a:r>
              <a:t>Generated by AI Startup Co-Founder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Inefficiencies in the Founder Platform space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targeted platform to optimize Founder Platform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TAM: $40B | SAM: $12B</a:t>
            </a:r>
          </a:p>
          <a:p>
            <a:br/>
            <a:pPr>
              <a:defRPr b="1"/>
            </a:pPr>
            <a:r>
              <a:t>Market Sizing:</a:t>
            </a:r>
          </a:p>
          <a:p>
            <a:pPr lvl="1"/>
            <a:r>
              <a:t>• TAM: $40B</a:t>
            </a:r>
          </a:p>
          <a:p>
            <a:pPr lvl="1"/>
            <a:r>
              <a:t>• SAM: $12B</a:t>
            </a:r>
          </a:p>
          <a:p>
            <a:pPr lvl="1"/>
            <a:r>
              <a:t>• SOM: $850M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AI-driven Founder Platform tool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Founder Monthly Subscription, Enterprise Custom Deployment, API Usage Tier</a:t>
            </a:r>
          </a:p>
          <a:p>
            <a:br/>
            <a:pPr>
              <a:defRPr b="1"/>
            </a:pPr>
            <a:r>
              <a:t>Key Revenue Streams:</a:t>
            </a:r>
          </a:p>
          <a:p>
            <a:pPr lvl="1"/>
            <a:r>
              <a:t>• Founder Monthly Subscription</a:t>
            </a:r>
          </a:p>
          <a:p>
            <a:pPr lvl="1"/>
            <a:r>
              <a:t>• Enterprise Custom Deployment</a:t>
            </a:r>
          </a:p>
          <a:p>
            <a:pPr lvl="1"/>
            <a:r>
              <a:t>• API Usage Tier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FounderLeader Inc, PlatformFlow Systems, NextGen Founder</a:t>
            </a:r>
          </a:p>
          <a:p>
            <a:br/>
            <a:pPr>
              <a:defRPr b="1"/>
            </a:pPr>
            <a:r>
              <a:t>Competitive Landscape:</a:t>
            </a:r>
          </a:p>
          <a:p>
            <a:pPr lvl="1"/>
            <a:r>
              <a:t>• FounderLeader Inc (30% share): Next-Gen AI Platform Automation</a:t>
            </a:r>
          </a:p>
          <a:p>
            <a:pPr lvl="1"/>
            <a:r>
              <a:t>• PlatformFlow Systems (20% share): 1-Click Workflow Self-Service</a:t>
            </a:r>
          </a:p>
          <a:p>
            <a:pPr lvl="1"/>
            <a:r>
              <a:t>• NextGen Founder (12% share): Transparent Usage-Based Pricing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Experts in Founder Platform and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Expected Growth: 15.0% CAGR</a:t>
            </a:r>
          </a:p>
          <a:p>
            <a:br/>
            <a:pPr>
              <a:defRPr b="1"/>
            </a:pPr>
            <a:r>
              <a:t>5-Year Financial Projections:</a:t>
            </a:r>
          </a:p>
          <a:p>
            <a:pPr lvl="1"/>
            <a:r>
              <a:t>• Year 1: $0.5M Revenue, 1,000 Users</a:t>
            </a:r>
          </a:p>
          <a:p>
            <a:pPr lvl="1"/>
            <a:r>
              <a:t>• Year 2: $1.8M Revenue, 10,000 Users</a:t>
            </a:r>
          </a:p>
          <a:p>
            <a:pPr lvl="1"/>
            <a:r>
              <a:t>• Year 3: $4.0M Revenue, 50,000 Users</a:t>
            </a:r>
          </a:p>
          <a:p>
            <a:pPr lvl="1"/>
            <a:r>
              <a:t>• Year 4: $8.1M Revenue, 150,000 Users</a:t>
            </a:r>
          </a:p>
          <a:p>
            <a:pPr lvl="1"/>
            <a:r>
              <a:t>• Year 5: $14.4M Revenue, 400,000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Seed funding for MVP development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hello@startup.ai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