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 AI-powered automated code editor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Startup Pitch Deck</a:t>
            </a:r>
          </a:p>
          <a:p>
            <a:r>
              <a:t>Generated by AI Startup Co-Founder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Coding is slow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edits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 is large</a:t>
            </a:r>
          </a:p>
          <a:p>
            <a:br/>
            <a:pPr>
              <a:defRPr b="1"/>
            </a:pPr>
            <a:r>
              <a:t>Market Sizing:</a:t>
            </a:r>
          </a:p>
          <a:p>
            <a:pPr lvl="1"/>
            <a:r>
              <a:t>• TAM: $100B</a:t>
            </a:r>
          </a:p>
          <a:p>
            <a:pPr lvl="1"/>
            <a:r>
              <a:t>• SAM: $30B</a:t>
            </a:r>
          </a:p>
          <a:p>
            <a:pPr lvl="1"/>
            <a:r>
              <a:t>• SOM: $5B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Subscription</a:t>
            </a:r>
          </a:p>
          <a:p>
            <a:br/>
            <a:pPr>
              <a:defRPr b="1"/>
            </a:pPr>
            <a:r>
              <a:t>Key Revenue Streams:</a:t>
            </a:r>
          </a:p>
          <a:p>
            <a:pPr lvl="1"/>
            <a:r>
              <a:t>• SaaS subscription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Few direct competitors</a:t>
            </a:r>
          </a:p>
          <a:p>
            <a:br/>
            <a:pPr>
              <a:defRPr b="1"/>
            </a:pPr>
            <a:r>
              <a:t>Competitive Landscape:</a:t>
            </a:r>
          </a:p>
          <a:p>
            <a:pPr lvl="1"/>
            <a:r>
              <a:t>• Competitor A (10% share): Cheap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Exponential growth</a:t>
            </a:r>
          </a:p>
          <a:p>
            <a:br/>
            <a:pPr>
              <a:defRPr b="1"/>
            </a:pPr>
            <a:r>
              <a:t>5-Year Financial Projections:</a:t>
            </a:r>
          </a:p>
          <a:p>
            <a:pPr lvl="1"/>
            <a:r>
              <a:t>• Year 1: $1.0M Revenue, 1,000 Users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Seed funding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