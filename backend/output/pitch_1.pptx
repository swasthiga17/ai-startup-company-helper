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Startup Co-founder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your startup solves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unique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TAM/SAM/SOM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 and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projections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