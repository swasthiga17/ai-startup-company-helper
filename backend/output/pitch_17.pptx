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Startup Pitch Deck</a:t>
            </a:r>
          </a:p>
          <a:p>
            <a:r>
              <a:t>Generated by AI Startup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Inefficiencies in the LegalTech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targeted platform to optimize LegalTech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$42B | SAM: $11B</a:t>
            </a:r>
          </a:p>
          <a:p>
            <a:br/>
            <a:pPr>
              <a:defRPr b="1"/>
            </a:pPr>
            <a:r>
              <a:t>Market Sizing:</a:t>
            </a:r>
          </a:p>
          <a:p>
            <a:pPr lvl="1"/>
            <a:r>
              <a:t>• TAM: $42B</a:t>
            </a:r>
          </a:p>
          <a:p>
            <a:pPr lvl="1"/>
            <a:r>
              <a:t>• SAM: $11B</a:t>
            </a:r>
          </a:p>
          <a:p>
            <a:pPr lvl="1"/>
            <a:r>
              <a:t>• SOM: $780M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LegalTech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Per-Lawyer Monthly Subscription, Enterprise Contract Volume Tier, Custom Clause API Access</a:t>
            </a:r>
          </a:p>
          <a:p>
            <a:br/>
            <a:pPr>
              <a:defRPr b="1"/>
            </a:pPr>
            <a:r>
              <a:t>Key Revenue Streams:</a:t>
            </a:r>
          </a:p>
          <a:p>
            <a:pPr lvl="1"/>
            <a:r>
              <a:t>• Per-Lawyer Monthly Subscription</a:t>
            </a:r>
          </a:p>
          <a:p>
            <a:pPr lvl="1"/>
            <a:r>
              <a:t>• Enterprise Contract Volume Tier</a:t>
            </a:r>
          </a:p>
          <a:p>
            <a:pPr lvl="1"/>
            <a:r>
              <a:t>• Custom Clause API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Harvey AI, Casetext (Thomson Reuters), Ironclad</a:t>
            </a:r>
          </a:p>
          <a:p>
            <a:br/>
            <a:pPr>
              <a:defRPr b="1"/>
            </a:pPr>
            <a:r>
              <a:t>Competitive Landscape:</a:t>
            </a:r>
          </a:p>
          <a:p>
            <a:pPr lvl="1"/>
            <a:r>
              <a:t>• Harvey AI (28% share): Middle-Market Law Firm Accessibility</a:t>
            </a:r>
          </a:p>
          <a:p>
            <a:pPr lvl="1"/>
            <a:r>
              <a:t>• Casetext (Thomson Reuters) (32% share): Automated Multi-Jurisdictional Analysis</a:t>
            </a:r>
          </a:p>
          <a:p>
            <a:pPr lvl="1"/>
            <a:r>
              <a:t>• Ironclad (18% share): Instant Clause Redlining &amp; Risk Scoring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Experts in LegalTech and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Growth: 16.8% CAGR</a:t>
            </a:r>
          </a:p>
          <a:p>
            <a:br/>
            <a:pPr>
              <a:defRPr b="1"/>
            </a:pPr>
            <a:r>
              <a:t>5-Year Financial Projections:</a:t>
            </a:r>
          </a:p>
          <a:p>
            <a:pPr lvl="1"/>
            <a:r>
              <a:t>• Year 1: $0.8M Revenue, 1,000 Users</a:t>
            </a:r>
          </a:p>
          <a:p>
            <a:pPr lvl="1"/>
            <a:r>
              <a:t>• Year 2: $3.4M Revenue, 10,000 Users</a:t>
            </a:r>
          </a:p>
          <a:p>
            <a:pPr lvl="1"/>
            <a:r>
              <a:t>• Year 3: $7.4M Revenue, 50,000 Users</a:t>
            </a:r>
          </a:p>
          <a:p>
            <a:pPr lvl="1"/>
            <a:r>
              <a:t>• Year 4: $15.1M Revenue, 150,000 Users</a:t>
            </a:r>
          </a:p>
          <a:p>
            <a:pPr lvl="1"/>
            <a:r>
              <a:t>• Year 5: $26.9M Revenue, 400,000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Seed funding for MVP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hello@startup.ai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