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AI-powered grooming mentor app for rare pet breeds called PetGroomAI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Startup Pitch Deck</a:t>
            </a:r>
          </a:p>
          <a:p>
            <a:r>
              <a:t>Generated by AI Startup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 your startup solves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unique value proposition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TAM/SAM/SOM analysis</a:t>
            </a:r>
          </a:p>
          <a:p>
            <a:br/>
            <a:pPr>
              <a:defRPr b="1"/>
            </a:pPr>
            <a:r>
              <a:t>Market Sizing:</a:t>
            </a:r>
          </a:p>
          <a:p>
            <a:pPr lvl="1"/>
            <a:r>
              <a:t>• TAM: $50B</a:t>
            </a:r>
          </a:p>
          <a:p>
            <a:pPr lvl="1"/>
            <a:r>
              <a:t>• SAM: $15B</a:t>
            </a:r>
          </a:p>
          <a:p>
            <a:pPr lvl="1"/>
            <a:r>
              <a:t>• SOM: $2B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 and demo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 and pricing</a:t>
            </a:r>
          </a:p>
          <a:p>
            <a:br/>
            <a:pPr>
              <a:defRPr b="1"/>
            </a:pPr>
            <a:r>
              <a:t>Key Revenue Streams:</a:t>
            </a:r>
          </a:p>
          <a:p>
            <a:pPr lvl="1"/>
            <a:r>
              <a:t>• Subscription</a:t>
            </a:r>
          </a:p>
          <a:p>
            <a:pPr lvl="1"/>
            <a:r>
              <a:t>• Enterprise</a:t>
            </a:r>
          </a:p>
          <a:p>
            <a:pPr lvl="1"/>
            <a:r>
              <a:t>• API</a:t>
            </a:r>
          </a:p>
          <a:p>
            <a:pPr lvl="1"/>
            <a:r>
              <a:t>• Consulting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Competitive landscape</a:t>
            </a:r>
          </a:p>
          <a:p>
            <a:br/>
            <a:pPr>
              <a:defRPr b="1"/>
            </a:pPr>
            <a:r>
              <a:t>Competitive Landscape:</a:t>
            </a:r>
          </a:p>
          <a:p>
            <a:pPr lvl="1"/>
            <a:r>
              <a:t>• Competitor A (25% share): Low pricing</a:t>
            </a:r>
          </a:p>
          <a:p>
            <a:pPr lvl="1"/>
            <a:r>
              <a:t>• Competitor B (18% share): Market presence</a:t>
            </a:r>
          </a:p>
          <a:p>
            <a:pPr lvl="1"/>
            <a:r>
              <a:t>• Competitor C (12% share): Niche focus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members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projections</a:t>
            </a:r>
          </a:p>
          <a:p>
            <a:br/>
            <a:pPr>
              <a:defRPr b="1"/>
            </a:pPr>
            <a:r>
              <a:t>5-Year Financial Projections:</a:t>
            </a:r>
          </a:p>
          <a:p>
            <a:pPr lvl="1"/>
            <a:r>
              <a:t>• Year 1: $0.5M Revenue, 1,000 Users</a:t>
            </a:r>
          </a:p>
          <a:p>
            <a:pPr lvl="1"/>
            <a:r>
              <a:t>• Year 2: $2.5M Revenue, 10,000 Users</a:t>
            </a:r>
          </a:p>
          <a:p>
            <a:pPr lvl="1"/>
            <a:r>
              <a:t>• Year 3: $8.0M Revenue, 50,000 Users</a:t>
            </a:r>
          </a:p>
          <a:p>
            <a:pPr lvl="1"/>
            <a:r>
              <a:t>• Year 4: $18.0M Revenue, 150,000 Users</a:t>
            </a:r>
          </a:p>
          <a:p>
            <a:pPr lvl="1"/>
            <a:r>
              <a:t>• Year 5: $35.0M Revenue, 400,000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Funding requirements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in touch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